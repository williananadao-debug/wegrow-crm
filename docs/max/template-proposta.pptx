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90" r:id="rId2"/>
    <p:sldId id="257" r:id="rId3"/>
    <p:sldId id="276" r:id="rId4"/>
    <p:sldId id="291" r:id="rId5"/>
    <p:sldId id="259" r:id="rId6"/>
    <p:sldId id="288" r:id="rId7"/>
    <p:sldId id="289" r:id="rId8"/>
    <p:sldId id="272" r:id="rId9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69B81-30B4-4827-8843-836C37843EF7}" v="6" dt="2026-06-17T10:20:31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1" autoAdjust="0"/>
    <p:restoredTop sz="95274" autoAdjust="0"/>
  </p:normalViewPr>
  <p:slideViewPr>
    <p:cSldViewPr snapToGrid="0">
      <p:cViewPr>
        <p:scale>
          <a:sx n="33" d="100"/>
          <a:sy n="33" d="100"/>
        </p:scale>
        <p:origin x="1668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OLUCCI COELHO Leonardo" userId="f6081dd3-7df0-4d8f-bed5-c75e1dfcea79" providerId="ADAL" clId="{450BC0DB-311B-445B-9D4E-702DDF8E9CDC}"/>
    <pc:docChg chg="undo custSel modSld">
      <pc:chgData name="BERTOLUCCI COELHO Leonardo" userId="f6081dd3-7df0-4d8f-bed5-c75e1dfcea79" providerId="ADAL" clId="{450BC0DB-311B-445B-9D4E-702DDF8E9CDC}" dt="2026-06-17T10:20:54.737" v="79" actId="478"/>
      <pc:docMkLst>
        <pc:docMk/>
      </pc:docMkLst>
      <pc:sldChg chg="addSp delSp modSp mod">
        <pc:chgData name="BERTOLUCCI COELHO Leonardo" userId="f6081dd3-7df0-4d8f-bed5-c75e1dfcea79" providerId="ADAL" clId="{450BC0DB-311B-445B-9D4E-702DDF8E9CDC}" dt="2026-06-17T10:20:54.737" v="79" actId="478"/>
        <pc:sldMkLst>
          <pc:docMk/>
          <pc:sldMk cId="3398758824" sldId="289"/>
        </pc:sldMkLst>
        <pc:spChg chg="add mod">
          <ac:chgData name="BERTOLUCCI COELHO Leonardo" userId="f6081dd3-7df0-4d8f-bed5-c75e1dfcea79" providerId="ADAL" clId="{450BC0DB-311B-445B-9D4E-702DDF8E9CDC}" dt="2026-06-17T10:16:26.492" v="55" actId="114"/>
          <ac:spMkLst>
            <pc:docMk/>
            <pc:sldMk cId="3398758824" sldId="289"/>
            <ac:spMk id="3" creationId="{2BCA9942-5054-8A31-6B08-18249AD38397}"/>
          </ac:spMkLst>
        </pc:spChg>
        <pc:spChg chg="add del mod">
          <ac:chgData name="BERTOLUCCI COELHO Leonardo" userId="f6081dd3-7df0-4d8f-bed5-c75e1dfcea79" providerId="ADAL" clId="{450BC0DB-311B-445B-9D4E-702DDF8E9CDC}" dt="2026-06-17T10:20:54.737" v="79" actId="478"/>
          <ac:spMkLst>
            <pc:docMk/>
            <pc:sldMk cId="3398758824" sldId="289"/>
            <ac:spMk id="5" creationId="{009A8402-DC73-8CCF-A312-1B35013AB90C}"/>
          </ac:spMkLst>
        </pc:spChg>
        <pc:spChg chg="mod">
          <ac:chgData name="BERTOLUCCI COELHO Leonardo" userId="f6081dd3-7df0-4d8f-bed5-c75e1dfcea79" providerId="ADAL" clId="{450BC0DB-311B-445B-9D4E-702DDF8E9CDC}" dt="2026-06-17T10:16:31.161" v="63" actId="1035"/>
          <ac:spMkLst>
            <pc:docMk/>
            <pc:sldMk cId="3398758824" sldId="289"/>
            <ac:spMk id="47" creationId="{00000000-0000-0000-0000-000000000000}"/>
          </ac:spMkLst>
        </pc:spChg>
        <pc:picChg chg="mod">
          <ac:chgData name="BERTOLUCCI COELHO Leonardo" userId="f6081dd3-7df0-4d8f-bed5-c75e1dfcea79" providerId="ADAL" clId="{450BC0DB-311B-445B-9D4E-702DDF8E9CDC}" dt="2026-06-17T10:20:44.962" v="78" actId="1076"/>
          <ac:picMkLst>
            <pc:docMk/>
            <pc:sldMk cId="3398758824" sldId="289"/>
            <ac:picMk id="9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75704ED1-D51A-8C44-120A-7BA15FC1D9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932E21D-734E-53FB-EEF9-0C7DB569D8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22F8A-54E3-4C24-8327-EFA7E8CE33C2}" type="datetimeFigureOut">
              <a:rPr lang="fr-BE" smtClean="0"/>
              <a:t>17-06-26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36301F-260C-8027-26C8-D59CF78A73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7B2140-CF4B-8C43-C388-B6B97A5CC5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2D0DD-6DA3-48CC-A6B0-2373E1A0707F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18899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E6967-914A-4452-BF55-48C95198403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AAFE3B-C757-41DF-850E-E6D75361A18C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34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1pPr>
    <a:lvl2pPr marL="586633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2pPr>
    <a:lvl3pPr marL="1173267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3pPr>
    <a:lvl4pPr marL="1759900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4pPr>
    <a:lvl5pPr marL="2346533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5pPr>
    <a:lvl6pPr marL="2933167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6pPr>
    <a:lvl7pPr marL="3519800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7pPr>
    <a:lvl8pPr marL="4106433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8pPr>
    <a:lvl9pPr marL="4693067" algn="l" defTabSz="1173267" rtl="0" eaLnBrk="1" latinLnBrk="0" hangingPunct="1">
      <a:defRPr sz="15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bdaf973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9bdaf973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358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bdaf973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9bdaf973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334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9bdaf973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9bdaf973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194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9bdaf973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9bdaf973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826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2d3fa8b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b2d3fa8b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74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81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1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330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75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14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96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04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72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18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931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12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6C545-751A-486D-90F2-506DE86AFC7C}" type="datetimeFigureOut">
              <a:rPr lang="pt-BR" smtClean="0"/>
              <a:t>17/06/2026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ABAD8-EDA5-4F80-A7E3-18EDFEB37EF4}" type="slidenum">
              <a:rPr lang="pt-BR" smtClean="0"/>
              <a:t>‹N°›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58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5117271" cy="21383625"/>
          </a:xfrm>
        </p:spPr>
      </p:pic>
    </p:spTree>
    <p:extLst>
      <p:ext uri="{BB962C8B-B14F-4D97-AF65-F5344CB8AC3E}">
        <p14:creationId xmlns:p14="http://schemas.microsoft.com/office/powerpoint/2010/main" val="414610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7ED485C-5FE0-E7AD-BE59-141CF688F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119350" cy="213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3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, Carta&#10;&#10;O conteúdo gerado por IA pode estar incorreto.">
            <a:extLst>
              <a:ext uri="{FF2B5EF4-FFF2-40B4-BE49-F238E27FC236}">
                <a16:creationId xmlns:a16="http://schemas.microsoft.com/office/drawing/2014/main" id="{589EC78A-5F2E-5F5D-8741-252227C1A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17988"/>
            <a:ext cx="15128723" cy="21383625"/>
          </a:xfrm>
          <a:prstGeom prst="rect">
            <a:avLst/>
          </a:prstGeom>
        </p:spPr>
      </p:pic>
      <p:sp>
        <p:nvSpPr>
          <p:cNvPr id="6" name="Google Shape;65;p14"/>
          <p:cNvSpPr/>
          <p:nvPr/>
        </p:nvSpPr>
        <p:spPr>
          <a:xfrm>
            <a:off x="9318628" y="13850304"/>
            <a:ext cx="4631358" cy="4631358"/>
          </a:xfrm>
          <a:prstGeom prst="roundRect">
            <a:avLst>
              <a:gd name="adj" fmla="val 22806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F39221"/>
            </a:solidFill>
            <a:prstDash val="solid"/>
            <a:round/>
            <a:headEnd type="none" w="sm" len="sm"/>
            <a:tailEnd type="none" w="sm" len="sm"/>
          </a:ln>
          <a:effectLst>
            <a:outerShdw blurRad="736600" dist="304800" dir="5400000" sx="94000" sy="94000" algn="t" rotWithShape="0">
              <a:srgbClr val="DA2C38">
                <a:alpha val="29800"/>
              </a:srgbClr>
            </a:outerShdw>
          </a:effectLst>
        </p:spPr>
        <p:txBody>
          <a:bodyPr spcFirstLastPara="1" wrap="square" lIns="142365" tIns="71163" rIns="142365" bIns="71163" anchor="ctr" anchorCtr="0">
            <a:noAutofit/>
          </a:bodyPr>
          <a:lstStyle/>
          <a:p>
            <a:pPr algn="ctr"/>
            <a:endParaRPr sz="2803">
              <a:solidFill>
                <a:srgbClr val="FFFFFF"/>
              </a:solidFill>
              <a:latin typeface="Moderustic"/>
              <a:ea typeface="Moderustic"/>
              <a:cs typeface="Moderustic"/>
              <a:sym typeface="Moderustic"/>
            </a:endParaRPr>
          </a:p>
        </p:txBody>
      </p:sp>
      <p:sp>
        <p:nvSpPr>
          <p:cNvPr id="8" name="Google Shape;65;p14"/>
          <p:cNvSpPr/>
          <p:nvPr/>
        </p:nvSpPr>
        <p:spPr>
          <a:xfrm>
            <a:off x="1395794" y="12185772"/>
            <a:ext cx="5573635" cy="6813428"/>
          </a:xfrm>
          <a:prstGeom prst="roundRect">
            <a:avLst>
              <a:gd name="adj" fmla="val 22806"/>
            </a:avLst>
          </a:prstGeom>
          <a:gradFill>
            <a:gsLst>
              <a:gs pos="0">
                <a:srgbClr val="FFC882"/>
              </a:gs>
              <a:gs pos="100000">
                <a:srgbClr val="F58E09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F39221"/>
            </a:solidFill>
            <a:prstDash val="solid"/>
            <a:round/>
            <a:headEnd type="none" w="sm" len="sm"/>
            <a:tailEnd type="none" w="sm" len="sm"/>
          </a:ln>
          <a:effectLst>
            <a:outerShdw blurRad="736600" dist="304800" dir="5400000" sx="94000" sy="94000" algn="t" rotWithShape="0">
              <a:srgbClr val="DA2C38">
                <a:alpha val="29800"/>
              </a:srgbClr>
            </a:outerShdw>
          </a:effectLst>
        </p:spPr>
        <p:txBody>
          <a:bodyPr spcFirstLastPara="1" wrap="square" lIns="142365" tIns="71163" rIns="142365" bIns="71163" anchor="ctr" anchorCtr="0">
            <a:noAutofit/>
          </a:bodyPr>
          <a:lstStyle/>
          <a:p>
            <a:pPr algn="ctr"/>
            <a:endParaRPr sz="2803">
              <a:solidFill>
                <a:srgbClr val="FFFFFF"/>
              </a:solidFill>
              <a:latin typeface="Moderustic"/>
              <a:ea typeface="Moderustic"/>
              <a:cs typeface="Moderustic"/>
              <a:sym typeface="Moderustic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815" r="-10"/>
          <a:stretch/>
        </p:blipFill>
        <p:spPr>
          <a:xfrm>
            <a:off x="2053951" y="12689307"/>
            <a:ext cx="5457005" cy="74431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7" b="5323"/>
          <a:stretch/>
        </p:blipFill>
        <p:spPr>
          <a:xfrm>
            <a:off x="8103057" y="11066329"/>
            <a:ext cx="4995796" cy="679331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Google Shape;66;p14" title="selo_demais_P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20793904">
            <a:off x="6939317" y="16864044"/>
            <a:ext cx="3750746" cy="3703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97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44"/>
            <a:ext cx="15119350" cy="2138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26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987CDAA5-80CC-AB76-52E4-52E43276B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119350" cy="213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2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0E99D22A-6B3B-A1E6-C716-955194FE2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119350" cy="213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9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21"/>
          <p:cNvPicPr/>
          <p:nvPr/>
        </p:nvPicPr>
        <p:blipFill rotWithShape="1">
          <a:blip r:embed="rId2" cstate="print"/>
          <a:srcRect r="19726"/>
          <a:stretch/>
        </p:blipFill>
        <p:spPr>
          <a:xfrm>
            <a:off x="2486026" y="3701027"/>
            <a:ext cx="12630150" cy="17682597"/>
          </a:xfrm>
          <a:prstGeom prst="rect">
            <a:avLst/>
          </a:prstGeom>
        </p:spPr>
      </p:pic>
      <p:pic>
        <p:nvPicPr>
          <p:cNvPr id="8" name="Image 20" descr="C:\Users\User\AppData\Local\Temp\c8540a01-6108-4aa9-bb5f-961c56762891_Logos.rar.891\DEMAIS_FM - Ajuste\DEMAIS_FM_HORIZONTAL\DEMAIS_FM\PNG\DEMAIS_FM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5843" y="19294208"/>
            <a:ext cx="3764438" cy="1702327"/>
          </a:xfrm>
          <a:prstGeom prst="rect">
            <a:avLst/>
          </a:prstGeom>
        </p:spPr>
      </p:pic>
      <p:sp>
        <p:nvSpPr>
          <p:cNvPr id="44" name="Google Shape;91;p16"/>
          <p:cNvSpPr txBox="1"/>
          <p:nvPr/>
        </p:nvSpPr>
        <p:spPr>
          <a:xfrm>
            <a:off x="4640499" y="538856"/>
            <a:ext cx="9769782" cy="1894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060" tIns="60060" rIns="60060" bIns="60060" anchor="t" anchorCtr="0">
            <a:spAutoFit/>
          </a:bodyPr>
          <a:lstStyle>
            <a:defPPr>
              <a:defRPr lang="en-US"/>
            </a:defPPr>
            <a:lvl1pPr defTabSz="600669">
              <a:lnSpc>
                <a:spcPct val="80000"/>
              </a:lnSpc>
              <a:buClr>
                <a:srgbClr val="000000"/>
              </a:buClr>
              <a:defRPr sz="4000" b="1" kern="0">
                <a:solidFill>
                  <a:srgbClr val="3076BF"/>
                </a:solidFill>
                <a:latin typeface="Nunito Black"/>
                <a:ea typeface="Nunito Black"/>
                <a:cs typeface="Nunito Black"/>
              </a:defRPr>
            </a:lvl1pPr>
          </a:lstStyle>
          <a:p>
            <a:endParaRPr sz="7200" dirty="0">
              <a:solidFill>
                <a:srgbClr val="FF6600"/>
              </a:solidFill>
              <a:latin typeface="Berlin Sans FB Demi" panose="020E0802020502020306" pitchFamily="34" charset="0"/>
              <a:sym typeface="Nunito Black"/>
            </a:endParaRPr>
          </a:p>
          <a:p>
            <a:r>
              <a:rPr lang="pt-BR" sz="7200" dirty="0">
                <a:solidFill>
                  <a:srgbClr val="FF6600"/>
                </a:solidFill>
                <a:latin typeface="Berlin Sans FB Demi" panose="020E0802020502020306" pitchFamily="34" charset="0"/>
                <a:sym typeface="Nunito Black"/>
              </a:rPr>
              <a:t>PROPOSTA DE MÍDIA</a:t>
            </a:r>
          </a:p>
        </p:txBody>
      </p:sp>
      <p:pic>
        <p:nvPicPr>
          <p:cNvPr id="46" name="Image 19"/>
          <p:cNvPicPr/>
          <p:nvPr/>
        </p:nvPicPr>
        <p:blipFill rotWithShape="1">
          <a:blip r:embed="rId4" cstate="print"/>
          <a:srcRect l="2258" t="13334" r="3052" b="20000"/>
          <a:stretch/>
        </p:blipFill>
        <p:spPr>
          <a:xfrm rot="16200000" flipH="1" flipV="1">
            <a:off x="-9481359" y="10528023"/>
            <a:ext cx="19345279" cy="371476"/>
          </a:xfrm>
          <a:prstGeom prst="rect">
            <a:avLst/>
          </a:prstGeom>
        </p:spPr>
      </p:pic>
      <p:pic>
        <p:nvPicPr>
          <p:cNvPr id="45" name="Imagem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80" y="306386"/>
            <a:ext cx="3743325" cy="3743325"/>
          </a:xfrm>
          <a:prstGeom prst="rect">
            <a:avLst/>
          </a:prstGeom>
        </p:spPr>
      </p:pic>
      <p:sp>
        <p:nvSpPr>
          <p:cNvPr id="47" name="Google Shape;61;p14"/>
          <p:cNvSpPr txBox="1"/>
          <p:nvPr/>
        </p:nvSpPr>
        <p:spPr>
          <a:xfrm>
            <a:off x="898690" y="6088069"/>
            <a:ext cx="13511591" cy="586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365" tIns="71163" rIns="142365" bIns="71163" anchor="t" anchorCtr="0">
            <a:spAutoFit/>
          </a:bodyPr>
          <a:lstStyle/>
          <a:p>
            <a:r>
              <a:rPr lang="pt-BR" sz="3200" b="1" dirty="0">
                <a:solidFill>
                  <a:schemeClr val="accent2"/>
                </a:solidFill>
                <a:ea typeface="Nunito"/>
                <a:cs typeface="Nunito"/>
                <a:sym typeface="Nunito"/>
              </a:rPr>
              <a:t>Proposta 01:</a:t>
            </a:r>
          </a:p>
          <a:p>
            <a:endParaRPr lang="pt-BR" sz="2800" dirty="0">
              <a:solidFill>
                <a:srgbClr val="434343"/>
              </a:solidFill>
              <a:ea typeface="Nunito"/>
              <a:cs typeface="Nunito"/>
              <a:sym typeface="Nunito"/>
            </a:endParaRPr>
          </a:p>
          <a:p>
            <a:r>
              <a:rPr lang="pt-BR" sz="2800" dirty="0">
                <a:solidFill>
                  <a:srgbClr val="434343"/>
                </a:solidFill>
                <a:ea typeface="Nunito"/>
                <a:cs typeface="Nunito"/>
                <a:sym typeface="Nunito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endParaRPr lang="pt-BR" sz="2800" dirty="0">
              <a:solidFill>
                <a:srgbClr val="434343"/>
              </a:solidFill>
              <a:ea typeface="Nunito"/>
              <a:cs typeface="Nunito"/>
              <a:sym typeface="Nunito"/>
            </a:endParaRPr>
          </a:p>
          <a:p>
            <a:r>
              <a:rPr lang="pt-BR" sz="3200" b="1" dirty="0">
                <a:solidFill>
                  <a:schemeClr val="accent2"/>
                </a:solidFill>
                <a:ea typeface="Nunito"/>
                <a:cs typeface="Nunito"/>
                <a:sym typeface="Nunito"/>
              </a:rPr>
              <a:t>Proposta 02: </a:t>
            </a:r>
          </a:p>
          <a:p>
            <a:endParaRPr lang="pt-BR" sz="2800" dirty="0">
              <a:solidFill>
                <a:srgbClr val="434343"/>
              </a:solidFill>
              <a:ea typeface="Nunito"/>
              <a:cs typeface="Nunito"/>
              <a:sym typeface="Nunito"/>
            </a:endParaRPr>
          </a:p>
          <a:p>
            <a:r>
              <a:rPr lang="pt-BR" sz="2800" dirty="0">
                <a:solidFill>
                  <a:srgbClr val="434343"/>
                </a:solidFill>
                <a:ea typeface="Nunito"/>
                <a:cs typeface="Nunito"/>
                <a:sym typeface="Nunito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4640499" y="2512986"/>
            <a:ext cx="556755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800" dirty="0">
                <a:solidFill>
                  <a:schemeClr val="accent2"/>
                </a:solidFill>
                <a:latin typeface="Berlin Sans FB Demi" panose="020E0802020502020306" pitchFamily="34" charset="0"/>
                <a:sym typeface="Nunito Black"/>
              </a:rPr>
              <a:t>(nome da empresa)</a:t>
            </a:r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2BCA9942-5054-8A31-6B08-18249AD38397}"/>
              </a:ext>
            </a:extLst>
          </p:cNvPr>
          <p:cNvSpPr txBox="1"/>
          <p:nvPr/>
        </p:nvSpPr>
        <p:spPr>
          <a:xfrm>
            <a:off x="898690" y="4403395"/>
            <a:ext cx="13511591" cy="14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365" tIns="71163" rIns="142365" bIns="71163" anchor="t" anchorCtr="0">
            <a:spAutoFit/>
          </a:bodyPr>
          <a:lstStyle/>
          <a:p>
            <a:r>
              <a:rPr lang="pt-BR" sz="2800" i="1" dirty="0">
                <a:solidFill>
                  <a:srgbClr val="434343"/>
                </a:solidFill>
                <a:ea typeface="Nunito"/>
                <a:cs typeface="Nunito"/>
                <a:sym typeface="Nunito"/>
              </a:rPr>
              <a:t>Que alegria ter a oportunidade de atender sua empresa! A seguir, apresentamos uma proposta desenvolvida com carinho e estratégia para fortalecer sua presença no mercado e impulsionar seus resultados.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27D56E-1817-DC0C-F555-0FF6F782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Proposta válida por 10 dias, para negociação direta sem intermédio de agência.</a:t>
            </a:r>
          </a:p>
        </p:txBody>
      </p:sp>
    </p:spTree>
    <p:extLst>
      <p:ext uri="{BB962C8B-B14F-4D97-AF65-F5344CB8AC3E}">
        <p14:creationId xmlns:p14="http://schemas.microsoft.com/office/powerpoint/2010/main" val="339875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Código QR&#10;&#10;O conteúdo gerado por IA pode estar incorreto.">
            <a:extLst>
              <a:ext uri="{FF2B5EF4-FFF2-40B4-BE49-F238E27FC236}">
                <a16:creationId xmlns:a16="http://schemas.microsoft.com/office/drawing/2014/main" id="{7CA15E63-DB93-4E99-09C8-9D2E6F683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19350" cy="213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43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6387</TotalTime>
  <Words>62</Words>
  <Application>Microsoft Office PowerPoint</Application>
  <PresentationFormat>Personnalisé</PresentationFormat>
  <Paragraphs>12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Aptos</vt:lpstr>
      <vt:lpstr>Arial</vt:lpstr>
      <vt:lpstr>Berlin Sans FB Demi</vt:lpstr>
      <vt:lpstr>Calibri</vt:lpstr>
      <vt:lpstr>Calibri Light</vt:lpstr>
      <vt:lpstr>Moderustic</vt:lpstr>
      <vt:lpstr>Nunito</vt:lpstr>
      <vt:lpstr>Tema do Office 2013 - 2022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BERTOLUCCI COELHO Leonardo</cp:lastModifiedBy>
  <cp:revision>452</cp:revision>
  <dcterms:created xsi:type="dcterms:W3CDTF">2025-10-20T10:57:49Z</dcterms:created>
  <dcterms:modified xsi:type="dcterms:W3CDTF">2026-06-17T10:21:00Z</dcterms:modified>
</cp:coreProperties>
</file>